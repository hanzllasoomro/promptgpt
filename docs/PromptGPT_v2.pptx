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bg1"/>
                </a:solidFill>
              </a:rPr>
              <a:t>PromptGPT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PROMPT ENGINEERING WEB APPLICATION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Turning a rough idea into a structured, reusable prompt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Engr. Hanzlla Soomro  ·  Software Engineering, MUET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PromptGPT turns a short idea into a structured prompt. Users review it, send it to a chatbot, or run it through an LLM provider with their own API key.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backend is stateless and deterministic, so prompt history stays in the browser and API keys are never stored on the server.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4630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chatbots reachable by link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60604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6060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provider types for direct chat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374904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37490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 types supported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Vague ideas produce vague prompts, vague prompts produce unreliable answers, and users must reformat the same prompt for every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 pts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swing from prompt formatting changes alone (Sclar et al., 2023)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 hoc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Non-experts prompt unsystematically and struggle to improve prompts (Zamfirescu-Pereira et al., 2023)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2860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 + 5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Chatbots and provider types, each needing its own copy, paste and key setup (PromptGPT repo)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Literature Review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Contribution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Gap for PromptGPT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Wei et al. (2022)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Step-by-step reasoning prompts improve LLM 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Users must already know the technique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White et al. (2023)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Catalog of reusable prompt patterns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Patterns are documentation, not a tool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Zamfirescu-Pereira et al. (2023)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Non-experts prompt unsystematically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Calls for guided, structured support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886200"/>
            <a:ext cx="80467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8862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Gap: few tools combine guided prompt structuring with delivery to many models while keeping user keys off the server.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Methodology: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13258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23317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Rough idea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free 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2743200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2331720"/>
            <a:ext cx="13258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23317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Task and options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246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type, audience, tone,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743200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2331720"/>
            <a:ext cx="132588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23317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Prompt engine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246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deterministic, FastAPI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2743200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49240" y="2331720"/>
            <a:ext cx="13258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22392" y="23317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 Review prompt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246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copy or edit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6949440" y="2103120"/>
            <a:ext cx="274320" cy="6400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2743200"/>
            <a:ext cx="274320" cy="8686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173736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7768" y="173736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5a  Open chatbot link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324612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87768" y="324612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5b  Provider call (BYOK)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Stateless backend  ·  history kept in the browser  ·  keys forwarded per request, never stored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Methodology: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React, TypeScript, Vite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form and chat panel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History and keys in localStorage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94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FastAPI, stateless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prompt engine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Chatbot link builders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 validation and redaction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Providers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OpenAI, Anthropic, Gemini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Hugging 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OpenAI-compatible (Ollama, LM Studio)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Optional LangChain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Methodology: security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Keys live in the browser's localStorage, not on the server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Keys travel in the X-LLM-API-Key header, never in a query string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backend forwards a key once; it is never returned or logged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319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 checks validate format only; prompts in chatbot URLs must hold no secrets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scope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Detailed and concise prompts from a short idea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Seven task types with configurable audience, tone, length and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Links to 10 chatbots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Direct chat via 5 provider 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and cloud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 included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945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 accounts or server-side prompt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key verification with providers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LLM-driven prompt rewriting (generation is rule-based)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Automated scoring of prompt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Target Users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Students and learners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a topic into a clear learning or explanation 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Developers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Craft coding prompts, self-host, and bring their own keys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918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Writers and marketers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Shape tone, audience and format for content tasks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Everyday chatbot users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 better answers without learning prompt techniques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Structured prompts remove much of the guesswork from using LLMs well.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One workflow reaches 10 chatbots and 5 provider types without storing user keys.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11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Future work: measure prompt quality through user testing.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Schulhoff, S. et al. (2024). The Prompt Report: A Systematic Survey of Prompting Techniques. arXiv:2406.06608.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Sclar, M. et al. (2023). Quantifying Language Models' Sensitivity to Spurious Features in Prompt Design. arXiv:2310.11324.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Wei, J. et al. (2022). Chain-of-Thought Prompting Elicits Reasoning in Large Language Models. NeurIPS 35.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White, J. et al. (2023). A Prompt Pattern Catalog to Enhance Prompt Engineering with ChatGPT. arXiv:2302.11382.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Zamfirescu-Pereira, J. D. et al. (2023). Why Johnny Can't Prompt. CHI '23.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PromptGPT repository. github.com/Hanzllasoomro/promptgpt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mptGPT Evergreen">
  <a:themeElements>
    <a:clrScheme name="PromptGPT Evergreen">
      <a:dk1>
        <a:srgbClr val="17261F"/>
      </a:dk1>
      <a:lt1>
        <a:srgbClr val="FFFFFF"/>
      </a:lt1>
      <a:dk2>
        <a:srgbClr val="0E3B2C"/>
      </a:dk2>
      <a:lt2>
        <a:srgbClr val="EAF1ED"/>
      </a:lt2>
      <a:accent1>
        <a:srgbClr val="1F6B4F"/>
      </a:accent1>
      <a:accent2>
        <a:srgbClr val="C9A24B"/>
      </a:accent2>
      <a:accent3>
        <a:srgbClr val="7FB69A"/>
      </a:accent3>
      <a:accent4>
        <a:srgbClr val="3E8F6D"/>
      </a:accent4>
      <a:accent5>
        <a:srgbClr val="A8C7B7"/>
      </a:accent5>
      <a:accent6>
        <a:srgbClr val="5C6F66"/>
      </a:accent6>
      <a:hlink>
        <a:srgbClr val="1F6B4F"/>
      </a:hlink>
      <a:folHlink>
        <a:srgbClr val="5C6F66"/>
      </a:folHlink>
    </a:clrScheme>
    <a:fontScheme name="PromptGPT Evergreen">
      <a:majorFont>
        <a:latin typeface="DM Serif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PromptGPT v2</dc:title>
  <dc:subject>PptxGenJS Presentation</dc:subject>
  <dc:creator>PptxGenJS</dc:creator>
  <cp:lastModifiedBy>PptxGenJS</cp:lastModifiedBy>
  <cp:revision>1</cp:revision>
  <dcterms:created xsi:type="dcterms:W3CDTF">2026-10-28T16:37:38Z</dcterms:created>
  <dcterms:modified xsi:type="dcterms:W3CDTF">2026-10-28T16:37:38Z</dcterms:modified>
</cp:coreProperties>
</file>